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3990638" cy="14265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60"/>
  </p:normalViewPr>
  <p:slideViewPr>
    <p:cSldViewPr snapToGrid="0">
      <p:cViewPr>
        <p:scale>
          <a:sx n="80" d="100"/>
          <a:sy n="80" d="100"/>
        </p:scale>
        <p:origin x="1338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9298" y="2334619"/>
            <a:ext cx="11892042" cy="4966429"/>
          </a:xfrm>
        </p:spPr>
        <p:txBody>
          <a:bodyPr anchor="b"/>
          <a:lstStyle>
            <a:lvl1pPr algn="ctr">
              <a:defRPr sz="91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8830" y="7492573"/>
            <a:ext cx="10492979" cy="3444138"/>
          </a:xfrm>
        </p:spPr>
        <p:txBody>
          <a:bodyPr/>
          <a:lstStyle>
            <a:lvl1pPr marL="0" indent="0" algn="ctr">
              <a:buNone/>
              <a:defRPr sz="3672"/>
            </a:lvl1pPr>
            <a:lvl2pPr marL="699516" indent="0" algn="ctr">
              <a:buNone/>
              <a:defRPr sz="3060"/>
            </a:lvl2pPr>
            <a:lvl3pPr marL="1399032" indent="0" algn="ctr">
              <a:buNone/>
              <a:defRPr sz="2754"/>
            </a:lvl3pPr>
            <a:lvl4pPr marL="2098548" indent="0" algn="ctr">
              <a:buNone/>
              <a:defRPr sz="2448"/>
            </a:lvl4pPr>
            <a:lvl5pPr marL="2798064" indent="0" algn="ctr">
              <a:buNone/>
              <a:defRPr sz="2448"/>
            </a:lvl5pPr>
            <a:lvl6pPr marL="3497580" indent="0" algn="ctr">
              <a:buNone/>
              <a:defRPr sz="2448"/>
            </a:lvl6pPr>
            <a:lvl7pPr marL="4197096" indent="0" algn="ctr">
              <a:buNone/>
              <a:defRPr sz="2448"/>
            </a:lvl7pPr>
            <a:lvl8pPr marL="4896612" indent="0" algn="ctr">
              <a:buNone/>
              <a:defRPr sz="2448"/>
            </a:lvl8pPr>
            <a:lvl9pPr marL="5596128" indent="0" algn="ctr">
              <a:buNone/>
              <a:defRPr sz="24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85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34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570" y="3556417"/>
            <a:ext cx="12066925" cy="5933957"/>
          </a:xfrm>
        </p:spPr>
        <p:txBody>
          <a:bodyPr anchor="b"/>
          <a:lstStyle>
            <a:lvl1pPr>
              <a:defRPr sz="91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570" y="9546511"/>
            <a:ext cx="12066925" cy="3120528"/>
          </a:xfrm>
        </p:spPr>
        <p:txBody>
          <a:bodyPr/>
          <a:lstStyle>
            <a:lvl1pPr marL="0" indent="0">
              <a:buNone/>
              <a:defRPr sz="3672">
                <a:solidFill>
                  <a:schemeClr val="tx1">
                    <a:tint val="82000"/>
                  </a:schemeClr>
                </a:solidFill>
              </a:defRPr>
            </a:lvl1pPr>
            <a:lvl2pPr marL="699516" indent="0">
              <a:buNone/>
              <a:defRPr sz="3060">
                <a:solidFill>
                  <a:schemeClr val="tx1">
                    <a:tint val="82000"/>
                  </a:schemeClr>
                </a:solidFill>
              </a:defRPr>
            </a:lvl2pPr>
            <a:lvl3pPr marL="1399032" indent="0">
              <a:buNone/>
              <a:defRPr sz="2754">
                <a:solidFill>
                  <a:schemeClr val="tx1">
                    <a:tint val="82000"/>
                  </a:schemeClr>
                </a:solidFill>
              </a:defRPr>
            </a:lvl3pPr>
            <a:lvl4pPr marL="2098548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4pPr>
            <a:lvl5pPr marL="2798064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5pPr>
            <a:lvl6pPr marL="3497580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6pPr>
            <a:lvl7pPr marL="4197096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7pPr>
            <a:lvl8pPr marL="4896612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8pPr>
            <a:lvl9pPr marL="5596128" indent="0">
              <a:buNone/>
              <a:defRPr sz="24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3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856" y="3797469"/>
            <a:ext cx="5946021" cy="9051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2761" y="3797469"/>
            <a:ext cx="5946021" cy="9051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43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79" y="759497"/>
            <a:ext cx="12066925" cy="2757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80" y="3496975"/>
            <a:ext cx="5918695" cy="1713813"/>
          </a:xfrm>
        </p:spPr>
        <p:txBody>
          <a:bodyPr anchor="b"/>
          <a:lstStyle>
            <a:lvl1pPr marL="0" indent="0">
              <a:buNone/>
              <a:defRPr sz="3672" b="1"/>
            </a:lvl1pPr>
            <a:lvl2pPr marL="699516" indent="0">
              <a:buNone/>
              <a:defRPr sz="3060" b="1"/>
            </a:lvl2pPr>
            <a:lvl3pPr marL="1399032" indent="0">
              <a:buNone/>
              <a:defRPr sz="2754" b="1"/>
            </a:lvl3pPr>
            <a:lvl4pPr marL="2098548" indent="0">
              <a:buNone/>
              <a:defRPr sz="2448" b="1"/>
            </a:lvl4pPr>
            <a:lvl5pPr marL="2798064" indent="0">
              <a:buNone/>
              <a:defRPr sz="2448" b="1"/>
            </a:lvl5pPr>
            <a:lvl6pPr marL="3497580" indent="0">
              <a:buNone/>
              <a:defRPr sz="2448" b="1"/>
            </a:lvl6pPr>
            <a:lvl7pPr marL="4197096" indent="0">
              <a:buNone/>
              <a:defRPr sz="2448" b="1"/>
            </a:lvl7pPr>
            <a:lvl8pPr marL="4896612" indent="0">
              <a:buNone/>
              <a:defRPr sz="2448" b="1"/>
            </a:lvl8pPr>
            <a:lvl9pPr marL="5596128" indent="0">
              <a:buNone/>
              <a:defRPr sz="24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3680" y="5210788"/>
            <a:ext cx="5918695" cy="7664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82761" y="3496975"/>
            <a:ext cx="5947843" cy="1713813"/>
          </a:xfrm>
        </p:spPr>
        <p:txBody>
          <a:bodyPr anchor="b"/>
          <a:lstStyle>
            <a:lvl1pPr marL="0" indent="0">
              <a:buNone/>
              <a:defRPr sz="3672" b="1"/>
            </a:lvl1pPr>
            <a:lvl2pPr marL="699516" indent="0">
              <a:buNone/>
              <a:defRPr sz="3060" b="1"/>
            </a:lvl2pPr>
            <a:lvl3pPr marL="1399032" indent="0">
              <a:buNone/>
              <a:defRPr sz="2754" b="1"/>
            </a:lvl3pPr>
            <a:lvl4pPr marL="2098548" indent="0">
              <a:buNone/>
              <a:defRPr sz="2448" b="1"/>
            </a:lvl4pPr>
            <a:lvl5pPr marL="2798064" indent="0">
              <a:buNone/>
              <a:defRPr sz="2448" b="1"/>
            </a:lvl5pPr>
            <a:lvl6pPr marL="3497580" indent="0">
              <a:buNone/>
              <a:defRPr sz="2448" b="1"/>
            </a:lvl6pPr>
            <a:lvl7pPr marL="4197096" indent="0">
              <a:buNone/>
              <a:defRPr sz="2448" b="1"/>
            </a:lvl7pPr>
            <a:lvl8pPr marL="4896612" indent="0">
              <a:buNone/>
              <a:defRPr sz="2448" b="1"/>
            </a:lvl8pPr>
            <a:lvl9pPr marL="5596128" indent="0">
              <a:buNone/>
              <a:defRPr sz="24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82761" y="5210788"/>
            <a:ext cx="5947843" cy="7664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34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0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60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79" y="951018"/>
            <a:ext cx="4512345" cy="3328564"/>
          </a:xfrm>
        </p:spPr>
        <p:txBody>
          <a:bodyPr anchor="b"/>
          <a:lstStyle>
            <a:lvl1pPr>
              <a:defRPr sz="48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7844" y="2053939"/>
            <a:ext cx="7082760" cy="10137591"/>
          </a:xfrm>
        </p:spPr>
        <p:txBody>
          <a:bodyPr/>
          <a:lstStyle>
            <a:lvl1pPr>
              <a:defRPr sz="4896"/>
            </a:lvl1pPr>
            <a:lvl2pPr>
              <a:defRPr sz="4284"/>
            </a:lvl2pPr>
            <a:lvl3pPr>
              <a:defRPr sz="3672"/>
            </a:lvl3pPr>
            <a:lvl4pPr>
              <a:defRPr sz="3060"/>
            </a:lvl4pPr>
            <a:lvl5pPr>
              <a:defRPr sz="3060"/>
            </a:lvl5pPr>
            <a:lvl6pPr>
              <a:defRPr sz="3060"/>
            </a:lvl6pPr>
            <a:lvl7pPr>
              <a:defRPr sz="3060"/>
            </a:lvl7pPr>
            <a:lvl8pPr>
              <a:defRPr sz="3060"/>
            </a:lvl8pPr>
            <a:lvl9pPr>
              <a:defRPr sz="30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679" y="4279582"/>
            <a:ext cx="4512345" cy="7928456"/>
          </a:xfrm>
        </p:spPr>
        <p:txBody>
          <a:bodyPr/>
          <a:lstStyle>
            <a:lvl1pPr marL="0" indent="0">
              <a:buNone/>
              <a:defRPr sz="2448"/>
            </a:lvl1pPr>
            <a:lvl2pPr marL="699516" indent="0">
              <a:buNone/>
              <a:defRPr sz="2142"/>
            </a:lvl2pPr>
            <a:lvl3pPr marL="1399032" indent="0">
              <a:buNone/>
              <a:defRPr sz="1836"/>
            </a:lvl3pPr>
            <a:lvl4pPr marL="2098548" indent="0">
              <a:buNone/>
              <a:defRPr sz="1530"/>
            </a:lvl4pPr>
            <a:lvl5pPr marL="2798064" indent="0">
              <a:buNone/>
              <a:defRPr sz="1530"/>
            </a:lvl5pPr>
            <a:lvl6pPr marL="3497580" indent="0">
              <a:buNone/>
              <a:defRPr sz="1530"/>
            </a:lvl6pPr>
            <a:lvl7pPr marL="4197096" indent="0">
              <a:buNone/>
              <a:defRPr sz="1530"/>
            </a:lvl7pPr>
            <a:lvl8pPr marL="4896612" indent="0">
              <a:buNone/>
              <a:defRPr sz="1530"/>
            </a:lvl8pPr>
            <a:lvl9pPr marL="5596128" indent="0">
              <a:buNone/>
              <a:defRPr sz="15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79" y="951018"/>
            <a:ext cx="4512345" cy="3328564"/>
          </a:xfrm>
        </p:spPr>
        <p:txBody>
          <a:bodyPr anchor="b"/>
          <a:lstStyle>
            <a:lvl1pPr>
              <a:defRPr sz="48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7844" y="2053939"/>
            <a:ext cx="7082760" cy="10137591"/>
          </a:xfrm>
        </p:spPr>
        <p:txBody>
          <a:bodyPr anchor="t"/>
          <a:lstStyle>
            <a:lvl1pPr marL="0" indent="0">
              <a:buNone/>
              <a:defRPr sz="4896"/>
            </a:lvl1pPr>
            <a:lvl2pPr marL="699516" indent="0">
              <a:buNone/>
              <a:defRPr sz="4284"/>
            </a:lvl2pPr>
            <a:lvl3pPr marL="1399032" indent="0">
              <a:buNone/>
              <a:defRPr sz="3672"/>
            </a:lvl3pPr>
            <a:lvl4pPr marL="2098548" indent="0">
              <a:buNone/>
              <a:defRPr sz="3060"/>
            </a:lvl4pPr>
            <a:lvl5pPr marL="2798064" indent="0">
              <a:buNone/>
              <a:defRPr sz="3060"/>
            </a:lvl5pPr>
            <a:lvl6pPr marL="3497580" indent="0">
              <a:buNone/>
              <a:defRPr sz="3060"/>
            </a:lvl6pPr>
            <a:lvl7pPr marL="4197096" indent="0">
              <a:buNone/>
              <a:defRPr sz="3060"/>
            </a:lvl7pPr>
            <a:lvl8pPr marL="4896612" indent="0">
              <a:buNone/>
              <a:defRPr sz="3060"/>
            </a:lvl8pPr>
            <a:lvl9pPr marL="5596128" indent="0">
              <a:buNone/>
              <a:defRPr sz="30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679" y="4279582"/>
            <a:ext cx="4512345" cy="7928456"/>
          </a:xfrm>
        </p:spPr>
        <p:txBody>
          <a:bodyPr/>
          <a:lstStyle>
            <a:lvl1pPr marL="0" indent="0">
              <a:buNone/>
              <a:defRPr sz="2448"/>
            </a:lvl1pPr>
            <a:lvl2pPr marL="699516" indent="0">
              <a:buNone/>
              <a:defRPr sz="2142"/>
            </a:lvl2pPr>
            <a:lvl3pPr marL="1399032" indent="0">
              <a:buNone/>
              <a:defRPr sz="1836"/>
            </a:lvl3pPr>
            <a:lvl4pPr marL="2098548" indent="0">
              <a:buNone/>
              <a:defRPr sz="1530"/>
            </a:lvl4pPr>
            <a:lvl5pPr marL="2798064" indent="0">
              <a:buNone/>
              <a:defRPr sz="1530"/>
            </a:lvl5pPr>
            <a:lvl6pPr marL="3497580" indent="0">
              <a:buNone/>
              <a:defRPr sz="1530"/>
            </a:lvl6pPr>
            <a:lvl7pPr marL="4197096" indent="0">
              <a:buNone/>
              <a:defRPr sz="1530"/>
            </a:lvl7pPr>
            <a:lvl8pPr marL="4896612" indent="0">
              <a:buNone/>
              <a:defRPr sz="1530"/>
            </a:lvl8pPr>
            <a:lvl9pPr marL="5596128" indent="0">
              <a:buNone/>
              <a:defRPr sz="15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14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1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12051" y="759494"/>
            <a:ext cx="3016731" cy="120891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1857" y="759494"/>
            <a:ext cx="8875311" cy="120891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8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857" y="759497"/>
            <a:ext cx="12066925" cy="2757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857" y="3797469"/>
            <a:ext cx="12066925" cy="9051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1856" y="13221800"/>
            <a:ext cx="3147894" cy="759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2339F-0373-4FC1-A052-903CF6294562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4399" y="13221800"/>
            <a:ext cx="4721840" cy="759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0888" y="13221800"/>
            <a:ext cx="3147894" cy="7594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3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B7D0B-C2F4-46EB-84D6-C42104C7F0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360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99032" rtl="0" eaLnBrk="1" latinLnBrk="0" hangingPunct="1">
        <a:lnSpc>
          <a:spcPct val="90000"/>
        </a:lnSpc>
        <a:spcBef>
          <a:spcPct val="0"/>
        </a:spcBef>
        <a:buNone/>
        <a:defRPr sz="6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9758" indent="-349758" algn="l" defTabSz="1399032" rtl="0" eaLnBrk="1" latinLnBrk="0" hangingPunct="1">
        <a:lnSpc>
          <a:spcPct val="90000"/>
        </a:lnSpc>
        <a:spcBef>
          <a:spcPts val="1530"/>
        </a:spcBef>
        <a:buFont typeface="Arial" panose="020B0604020202020204" pitchFamily="34" charset="0"/>
        <a:buChar char="•"/>
        <a:defRPr sz="4284" kern="1200">
          <a:solidFill>
            <a:schemeClr val="tx1"/>
          </a:solidFill>
          <a:latin typeface="+mn-lt"/>
          <a:ea typeface="+mn-ea"/>
          <a:cs typeface="+mn-cs"/>
        </a:defRPr>
      </a:lvl1pPr>
      <a:lvl2pPr marL="1049274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3672" kern="1200">
          <a:solidFill>
            <a:schemeClr val="tx1"/>
          </a:solidFill>
          <a:latin typeface="+mn-lt"/>
          <a:ea typeface="+mn-ea"/>
          <a:cs typeface="+mn-cs"/>
        </a:defRPr>
      </a:lvl2pPr>
      <a:lvl3pPr marL="1748790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3pPr>
      <a:lvl4pPr marL="2448306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4pPr>
      <a:lvl5pPr marL="3147822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5pPr>
      <a:lvl6pPr marL="3847338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6pPr>
      <a:lvl7pPr marL="4546854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7pPr>
      <a:lvl8pPr marL="5246370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8pPr>
      <a:lvl9pPr marL="5945886" indent="-349758" algn="l" defTabSz="1399032" rtl="0" eaLnBrk="1" latinLnBrk="0" hangingPunct="1">
        <a:lnSpc>
          <a:spcPct val="90000"/>
        </a:lnSpc>
        <a:spcBef>
          <a:spcPts val="765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1pPr>
      <a:lvl2pPr marL="699516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2pPr>
      <a:lvl3pPr marL="1399032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3pPr>
      <a:lvl4pPr marL="2098548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4pPr>
      <a:lvl5pPr marL="2798064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5pPr>
      <a:lvl6pPr marL="3497580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6pPr>
      <a:lvl7pPr marL="4197096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7pPr>
      <a:lvl8pPr marL="4896612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8pPr>
      <a:lvl9pPr marL="5596128" algn="l" defTabSz="1399032" rtl="0" eaLnBrk="1" latinLnBrk="0" hangingPunct="1">
        <a:defRPr sz="2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30">
            <a:extLst>
              <a:ext uri="{FF2B5EF4-FFF2-40B4-BE49-F238E27FC236}">
                <a16:creationId xmlns:a16="http://schemas.microsoft.com/office/drawing/2014/main" id="{91D38ACC-62F2-45EF-B291-A4D5F5D4C6A1}"/>
              </a:ext>
            </a:extLst>
          </p:cNvPr>
          <p:cNvSpPr txBox="1"/>
          <p:nvPr/>
        </p:nvSpPr>
        <p:spPr>
          <a:xfrm>
            <a:off x="5519306" y="3349901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7A223D9-7237-2BF5-C8AF-B4B8EEEF0BAD}"/>
              </a:ext>
            </a:extLst>
          </p:cNvPr>
          <p:cNvSpPr txBox="1"/>
          <p:nvPr/>
        </p:nvSpPr>
        <p:spPr>
          <a:xfrm>
            <a:off x="1074243" y="7277908"/>
            <a:ext cx="618213" cy="524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1EDD49-6F08-2DB6-2575-BA58FD6012E9}"/>
              </a:ext>
            </a:extLst>
          </p:cNvPr>
          <p:cNvSpPr txBox="1"/>
          <p:nvPr/>
        </p:nvSpPr>
        <p:spPr>
          <a:xfrm>
            <a:off x="6195496" y="4727662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E8881AA-5F3B-EB58-7F0B-12B08E495247}"/>
              </a:ext>
            </a:extLst>
          </p:cNvPr>
          <p:cNvSpPr txBox="1"/>
          <p:nvPr/>
        </p:nvSpPr>
        <p:spPr>
          <a:xfrm>
            <a:off x="3920771" y="4735535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07DD771-3263-7AE7-363B-32825CA9D5C1}"/>
              </a:ext>
            </a:extLst>
          </p:cNvPr>
          <p:cNvSpPr txBox="1"/>
          <p:nvPr/>
        </p:nvSpPr>
        <p:spPr>
          <a:xfrm>
            <a:off x="2656462" y="6120750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882713F-2B55-F50F-AB06-FB08D4A504F1}"/>
              </a:ext>
            </a:extLst>
          </p:cNvPr>
          <p:cNvSpPr txBox="1"/>
          <p:nvPr/>
        </p:nvSpPr>
        <p:spPr>
          <a:xfrm>
            <a:off x="8906862" y="1939567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1A3A48D-C1C5-50B9-0981-7645ACEA3B93}"/>
              </a:ext>
            </a:extLst>
          </p:cNvPr>
          <p:cNvSpPr txBox="1"/>
          <p:nvPr/>
        </p:nvSpPr>
        <p:spPr>
          <a:xfrm>
            <a:off x="4724684" y="6120750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77C33A5-BD96-10D6-0282-6291732C6BF6}"/>
              </a:ext>
            </a:extLst>
          </p:cNvPr>
          <p:cNvSpPr txBox="1"/>
          <p:nvPr/>
        </p:nvSpPr>
        <p:spPr>
          <a:xfrm>
            <a:off x="7567588" y="3349901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194" name="Diamond 193">
            <a:extLst>
              <a:ext uri="{FF2B5EF4-FFF2-40B4-BE49-F238E27FC236}">
                <a16:creationId xmlns:a16="http://schemas.microsoft.com/office/drawing/2014/main" id="{F40AD195-1A77-E274-CBFD-EFE9A67C5A6B}"/>
              </a:ext>
            </a:extLst>
          </p:cNvPr>
          <p:cNvSpPr/>
          <p:nvPr/>
        </p:nvSpPr>
        <p:spPr>
          <a:xfrm>
            <a:off x="7396531" y="1473043"/>
            <a:ext cx="1487154" cy="1487156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status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  <p:sp>
        <p:nvSpPr>
          <p:cNvPr id="195" name="Diamond 194">
            <a:extLst>
              <a:ext uri="{FF2B5EF4-FFF2-40B4-BE49-F238E27FC236}">
                <a16:creationId xmlns:a16="http://schemas.microsoft.com/office/drawing/2014/main" id="{FB7A483B-D4CA-2AE5-D387-A142FFEE26A0}"/>
              </a:ext>
            </a:extLst>
          </p:cNvPr>
          <p:cNvSpPr/>
          <p:nvPr/>
        </p:nvSpPr>
        <p:spPr>
          <a:xfrm>
            <a:off x="3116856" y="5581517"/>
            <a:ext cx="1589241" cy="1592751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18BD9F9-3C46-008A-ED7C-283DB81CF86E}"/>
              </a:ext>
            </a:extLst>
          </p:cNvPr>
          <p:cNvSpPr/>
          <p:nvPr/>
        </p:nvSpPr>
        <p:spPr>
          <a:xfrm>
            <a:off x="7613407" y="5267269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Accelerate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61E4B9E-FF88-67CC-0074-69949DE49543}"/>
              </a:ext>
            </a:extLst>
          </p:cNvPr>
          <p:cNvSpPr/>
          <p:nvPr/>
        </p:nvSpPr>
        <p:spPr>
          <a:xfrm>
            <a:off x="6195496" y="5587975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Decelerate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6219ADD-E8AD-338D-E3DE-19D2E2EA8F33}"/>
              </a:ext>
            </a:extLst>
          </p:cNvPr>
          <p:cNvSpPr/>
          <p:nvPr/>
        </p:nvSpPr>
        <p:spPr>
          <a:xfrm>
            <a:off x="6183333" y="10022305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Speed</a:t>
            </a:r>
          </a:p>
        </p:txBody>
      </p:sp>
      <p:sp>
        <p:nvSpPr>
          <p:cNvPr id="199" name="Diamond 198">
            <a:extLst>
              <a:ext uri="{FF2B5EF4-FFF2-40B4-BE49-F238E27FC236}">
                <a16:creationId xmlns:a16="http://schemas.microsoft.com/office/drawing/2014/main" id="{45F82228-61A1-52DC-CDF0-7F155D5140BE}"/>
              </a:ext>
            </a:extLst>
          </p:cNvPr>
          <p:cNvSpPr/>
          <p:nvPr/>
        </p:nvSpPr>
        <p:spPr>
          <a:xfrm>
            <a:off x="1685435" y="6968400"/>
            <a:ext cx="1589241" cy="1592751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? ”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202" name="Diamond 201">
            <a:extLst>
              <a:ext uri="{FF2B5EF4-FFF2-40B4-BE49-F238E27FC236}">
                <a16:creationId xmlns:a16="http://schemas.microsoft.com/office/drawing/2014/main" id="{509AD17C-D8C6-29B1-BD98-1B50266AB7C2}"/>
              </a:ext>
            </a:extLst>
          </p:cNvPr>
          <p:cNvSpPr/>
          <p:nvPr/>
        </p:nvSpPr>
        <p:spPr>
          <a:xfrm>
            <a:off x="4548278" y="4201091"/>
            <a:ext cx="1589241" cy="1592751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</a:p>
        </p:txBody>
      </p:sp>
      <p:sp>
        <p:nvSpPr>
          <p:cNvPr id="205" name="Diamond 204">
            <a:extLst>
              <a:ext uri="{FF2B5EF4-FFF2-40B4-BE49-F238E27FC236}">
                <a16:creationId xmlns:a16="http://schemas.microsoft.com/office/drawing/2014/main" id="{90B47C90-7362-7447-8E28-7BB25F5DC114}"/>
              </a:ext>
            </a:extLst>
          </p:cNvPr>
          <p:cNvSpPr/>
          <p:nvPr/>
        </p:nvSpPr>
        <p:spPr>
          <a:xfrm>
            <a:off x="5965110" y="2807129"/>
            <a:ext cx="1589241" cy="1592751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</a:p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</a:p>
        </p:txBody>
      </p: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EFDA5344-F820-1AD7-C42C-E1FEC435D228}"/>
              </a:ext>
            </a:extLst>
          </p:cNvPr>
          <p:cNvCxnSpPr>
            <a:cxnSpLocks/>
            <a:stCxn id="194" idx="1"/>
            <a:endCxn id="205" idx="0"/>
          </p:cNvCxnSpPr>
          <p:nvPr/>
        </p:nvCxnSpPr>
        <p:spPr>
          <a:xfrm rot="10800000" flipV="1">
            <a:off x="6759731" y="2216621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025BB874-3CA1-D9D4-8839-E813475BE1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42898" y="3603504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5ED4512A-C1AA-BEC0-4CC3-E4643C300F0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11478" y="4997466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A40804F4-B20E-6B7D-2C96-084B49027C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80056" y="6377892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082AC1D7-5BD8-BF3F-EABE-21715A1C6246}"/>
              </a:ext>
            </a:extLst>
          </p:cNvPr>
          <p:cNvSpPr txBox="1"/>
          <p:nvPr/>
        </p:nvSpPr>
        <p:spPr>
          <a:xfrm>
            <a:off x="6857228" y="1972713"/>
            <a:ext cx="618213" cy="308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0EFC3067-2356-98CE-4DB7-EAB131EF33A2}"/>
              </a:ext>
            </a:extLst>
          </p:cNvPr>
          <p:cNvSpPr/>
          <p:nvPr/>
        </p:nvSpPr>
        <p:spPr>
          <a:xfrm>
            <a:off x="8948090" y="2812997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Decelerate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22F1978F-8C8D-11DE-0D0F-3438F343729B}"/>
              </a:ext>
            </a:extLst>
          </p:cNvPr>
          <p:cNvSpPr/>
          <p:nvPr/>
        </p:nvSpPr>
        <p:spPr>
          <a:xfrm>
            <a:off x="8948089" y="3873475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motor off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5250C84-1846-4A14-2BE4-105AF559CBFA}"/>
              </a:ext>
            </a:extLst>
          </p:cNvPr>
          <p:cNvSpPr/>
          <p:nvPr/>
        </p:nvSpPr>
        <p:spPr>
          <a:xfrm>
            <a:off x="8948088" y="4939821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previous direction to initial condition</a:t>
            </a:r>
          </a:p>
        </p:txBody>
      </p: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632CD28C-304B-A854-F40F-251BC72BD07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883685" y="2216620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264A51E-87BE-4F62-1D24-B60926C9597E}"/>
              </a:ext>
            </a:extLst>
          </p:cNvPr>
          <p:cNvSpPr/>
          <p:nvPr/>
        </p:nvSpPr>
        <p:spPr>
          <a:xfrm>
            <a:off x="7554350" y="399786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 for motor command</a:t>
            </a:r>
          </a:p>
        </p:txBody>
      </p: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582E723D-5AD9-C12D-867D-20D0358B892C}"/>
              </a:ext>
            </a:extLst>
          </p:cNvPr>
          <p:cNvCxnSpPr>
            <a:cxnSpLocks/>
            <a:stCxn id="218" idx="2"/>
            <a:endCxn id="219" idx="0"/>
          </p:cNvCxnSpPr>
          <p:nvPr/>
        </p:nvCxnSpPr>
        <p:spPr>
          <a:xfrm flipH="1">
            <a:off x="9520484" y="3333868"/>
            <a:ext cx="1" cy="53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BFE6AFEB-2640-FB09-0843-ED717D2FDDD5}"/>
              </a:ext>
            </a:extLst>
          </p:cNvPr>
          <p:cNvCxnSpPr>
            <a:cxnSpLocks/>
          </p:cNvCxnSpPr>
          <p:nvPr/>
        </p:nvCxnSpPr>
        <p:spPr>
          <a:xfrm flipH="1">
            <a:off x="8140108" y="933729"/>
            <a:ext cx="1" cy="53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D573935B-79B1-8B0D-3683-E43484B1316B}"/>
              </a:ext>
            </a:extLst>
          </p:cNvPr>
          <p:cNvCxnSpPr>
            <a:cxnSpLocks/>
          </p:cNvCxnSpPr>
          <p:nvPr/>
        </p:nvCxnSpPr>
        <p:spPr>
          <a:xfrm flipH="1">
            <a:off x="9520481" y="4394346"/>
            <a:ext cx="1" cy="53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12CC5A5D-FF24-854E-7A8E-20248FC0697A}"/>
              </a:ext>
            </a:extLst>
          </p:cNvPr>
          <p:cNvSpPr/>
          <p:nvPr/>
        </p:nvSpPr>
        <p:spPr>
          <a:xfrm>
            <a:off x="7618756" y="4207377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new direction</a:t>
            </a:r>
          </a:p>
        </p:txBody>
      </p:sp>
      <p:cxnSp>
        <p:nvCxnSpPr>
          <p:cNvPr id="229" name="Connector: Elbow 228">
            <a:extLst>
              <a:ext uri="{FF2B5EF4-FFF2-40B4-BE49-F238E27FC236}">
                <a16:creationId xmlns:a16="http://schemas.microsoft.com/office/drawing/2014/main" id="{A02BDF78-2E98-DB4C-899D-95CE01A3C89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554351" y="3603504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5394559B-49C6-8D0B-9B9C-BB10E6B1E004}"/>
              </a:ext>
            </a:extLst>
          </p:cNvPr>
          <p:cNvCxnSpPr>
            <a:cxnSpLocks/>
          </p:cNvCxnSpPr>
          <p:nvPr/>
        </p:nvCxnSpPr>
        <p:spPr>
          <a:xfrm flipH="1">
            <a:off x="8191150" y="4727662"/>
            <a:ext cx="1" cy="53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Connector: Elbow 230">
            <a:extLst>
              <a:ext uri="{FF2B5EF4-FFF2-40B4-BE49-F238E27FC236}">
                <a16:creationId xmlns:a16="http://schemas.microsoft.com/office/drawing/2014/main" id="{206E46DE-8ABD-DC9D-942B-13F737A8B27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22928" y="4997467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3CE850C7-AAAB-9941-D1B3-FB0C6388440E}"/>
              </a:ext>
            </a:extLst>
          </p:cNvPr>
          <p:cNvSpPr/>
          <p:nvPr/>
        </p:nvSpPr>
        <p:spPr>
          <a:xfrm>
            <a:off x="6183333" y="6673146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motor off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A1BC41A3-6086-2F57-7EE4-C41729D82A71}"/>
              </a:ext>
            </a:extLst>
          </p:cNvPr>
          <p:cNvCxnSpPr>
            <a:cxnSpLocks/>
          </p:cNvCxnSpPr>
          <p:nvPr/>
        </p:nvCxnSpPr>
        <p:spPr>
          <a:xfrm flipH="1">
            <a:off x="6755728" y="6107778"/>
            <a:ext cx="1" cy="53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4" name="Rectangle 233">
            <a:extLst>
              <a:ext uri="{FF2B5EF4-FFF2-40B4-BE49-F238E27FC236}">
                <a16:creationId xmlns:a16="http://schemas.microsoft.com/office/drawing/2014/main" id="{CCAA4547-28A0-1FDE-7F16-B0C05C5310B7}"/>
              </a:ext>
            </a:extLst>
          </p:cNvPr>
          <p:cNvSpPr/>
          <p:nvPr/>
        </p:nvSpPr>
        <p:spPr>
          <a:xfrm>
            <a:off x="6213333" y="7799627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new direction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3EF42D6C-21D8-9E65-8B61-1E5BF96BF692}"/>
              </a:ext>
            </a:extLst>
          </p:cNvPr>
          <p:cNvSpPr/>
          <p:nvPr/>
        </p:nvSpPr>
        <p:spPr>
          <a:xfrm>
            <a:off x="6195494" y="8827190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Accelerate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81500C3A-0FB5-4358-16DF-2A6D11D36772}"/>
              </a:ext>
            </a:extLst>
          </p:cNvPr>
          <p:cNvCxnSpPr>
            <a:cxnSpLocks/>
          </p:cNvCxnSpPr>
          <p:nvPr/>
        </p:nvCxnSpPr>
        <p:spPr>
          <a:xfrm flipH="1">
            <a:off x="6767888" y="7194016"/>
            <a:ext cx="1" cy="53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8E47078E-0DF4-2772-425F-E3D8DF4B27AA}"/>
              </a:ext>
            </a:extLst>
          </p:cNvPr>
          <p:cNvCxnSpPr>
            <a:cxnSpLocks/>
          </p:cNvCxnSpPr>
          <p:nvPr/>
        </p:nvCxnSpPr>
        <p:spPr>
          <a:xfrm flipH="1">
            <a:off x="6767888" y="8262890"/>
            <a:ext cx="1" cy="53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2D1545F7-9E97-6A48-9E69-F3C42C5DB24A}"/>
              </a:ext>
            </a:extLst>
          </p:cNvPr>
          <p:cNvCxnSpPr>
            <a:cxnSpLocks/>
          </p:cNvCxnSpPr>
          <p:nvPr/>
        </p:nvCxnSpPr>
        <p:spPr>
          <a:xfrm>
            <a:off x="6767888" y="9348061"/>
            <a:ext cx="0" cy="674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1" name="Rectangle 240">
            <a:extLst>
              <a:ext uri="{FF2B5EF4-FFF2-40B4-BE49-F238E27FC236}">
                <a16:creationId xmlns:a16="http://schemas.microsoft.com/office/drawing/2014/main" id="{BFA38F5B-AAE7-08C3-FAF4-B79358BE4425}"/>
              </a:ext>
            </a:extLst>
          </p:cNvPr>
          <p:cNvSpPr/>
          <p:nvPr/>
        </p:nvSpPr>
        <p:spPr>
          <a:xfrm>
            <a:off x="3348376" y="8348827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Decelerate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138F0616-0155-C8AF-A460-D174E86A524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274674" y="7758319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513C4F20-AB6B-63AE-F18C-7BC0DAAB03E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48637" y="7758319"/>
            <a:ext cx="636800" cy="5905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15EFC7E2-6C0A-992C-107E-8DF986439103}"/>
              </a:ext>
            </a:extLst>
          </p:cNvPr>
          <p:cNvSpPr txBox="1"/>
          <p:nvPr/>
        </p:nvSpPr>
        <p:spPr>
          <a:xfrm>
            <a:off x="3143572" y="7279957"/>
            <a:ext cx="899004" cy="524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than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A686AF0C-9AD0-079D-871C-3BB5BE85F774}"/>
              </a:ext>
            </a:extLst>
          </p:cNvPr>
          <p:cNvSpPr/>
          <p:nvPr/>
        </p:nvSpPr>
        <p:spPr>
          <a:xfrm>
            <a:off x="466946" y="8355510"/>
            <a:ext cx="1144789" cy="520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Accelerate</a:t>
            </a:r>
          </a:p>
        </p:txBody>
      </p: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4C8C030F-3C25-BB23-A934-1F4D4E8F900E}"/>
              </a:ext>
            </a:extLst>
          </p:cNvPr>
          <p:cNvCxnSpPr>
            <a:cxnSpLocks/>
          </p:cNvCxnSpPr>
          <p:nvPr/>
        </p:nvCxnSpPr>
        <p:spPr>
          <a:xfrm>
            <a:off x="1037220" y="8893194"/>
            <a:ext cx="5748508" cy="761378"/>
          </a:xfrm>
          <a:prstGeom prst="bentConnector3">
            <a:avLst>
              <a:gd name="adj1" fmla="val 18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7010BDBB-E8F2-F722-9DF1-624F96F2B5B3}"/>
              </a:ext>
            </a:extLst>
          </p:cNvPr>
          <p:cNvCxnSpPr>
            <a:cxnSpLocks/>
            <a:stCxn id="241" idx="2"/>
          </p:cNvCxnSpPr>
          <p:nvPr/>
        </p:nvCxnSpPr>
        <p:spPr>
          <a:xfrm flipH="1">
            <a:off x="3920770" y="8869698"/>
            <a:ext cx="1" cy="7848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Connector: Elbow 255">
            <a:extLst>
              <a:ext uri="{FF2B5EF4-FFF2-40B4-BE49-F238E27FC236}">
                <a16:creationId xmlns:a16="http://schemas.microsoft.com/office/drawing/2014/main" id="{D0CD1CD7-A188-1AA3-3FCB-333755E23B10}"/>
              </a:ext>
            </a:extLst>
          </p:cNvPr>
          <p:cNvCxnSpPr>
            <a:cxnSpLocks/>
            <a:stCxn id="195" idx="3"/>
          </p:cNvCxnSpPr>
          <p:nvPr/>
        </p:nvCxnSpPr>
        <p:spPr>
          <a:xfrm>
            <a:off x="4706097" y="6377893"/>
            <a:ext cx="636800" cy="3276679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Connector: Elbow 261">
            <a:extLst>
              <a:ext uri="{FF2B5EF4-FFF2-40B4-BE49-F238E27FC236}">
                <a16:creationId xmlns:a16="http://schemas.microsoft.com/office/drawing/2014/main" id="{17DEC387-8221-9DD8-43BC-C4ED67821FBF}"/>
              </a:ext>
            </a:extLst>
          </p:cNvPr>
          <p:cNvCxnSpPr>
            <a:cxnSpLocks/>
            <a:stCxn id="196" idx="2"/>
          </p:cNvCxnSpPr>
          <p:nvPr/>
        </p:nvCxnSpPr>
        <p:spPr>
          <a:xfrm rot="5400000">
            <a:off x="5546846" y="7015616"/>
            <a:ext cx="3866433" cy="1411481"/>
          </a:xfrm>
          <a:prstGeom prst="bentConnector3">
            <a:avLst>
              <a:gd name="adj1" fmla="val 9978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7" name="Connector: Elbow 276">
            <a:extLst>
              <a:ext uri="{FF2B5EF4-FFF2-40B4-BE49-F238E27FC236}">
                <a16:creationId xmlns:a16="http://schemas.microsoft.com/office/drawing/2014/main" id="{AD214596-C639-F957-35AE-4531B015BB5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8135" y="1814462"/>
            <a:ext cx="5435288" cy="31268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DDDC2E2A-2F7E-AA44-8620-53A48A4F6B9F}"/>
              </a:ext>
            </a:extLst>
          </p:cNvPr>
          <p:cNvCxnSpPr>
            <a:cxnSpLocks/>
          </p:cNvCxnSpPr>
          <p:nvPr/>
        </p:nvCxnSpPr>
        <p:spPr>
          <a:xfrm>
            <a:off x="9520481" y="5479428"/>
            <a:ext cx="2318593" cy="628350"/>
          </a:xfrm>
          <a:prstGeom prst="bentConnector3">
            <a:avLst>
              <a:gd name="adj1" fmla="val 18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06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1505</TotalTime>
  <Words>72</Words>
  <Application>Microsoft Office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Cyril, Patrick Thomas R</dc:creator>
  <cp:lastModifiedBy>Cyril, Patrick Thomas R</cp:lastModifiedBy>
  <cp:revision>1</cp:revision>
  <dcterms:created xsi:type="dcterms:W3CDTF">2026-04-04T05:18:07Z</dcterms:created>
  <dcterms:modified xsi:type="dcterms:W3CDTF">2026-04-05T06:23:39Z</dcterms:modified>
</cp:coreProperties>
</file>